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2A78D6"/>
                </a:solidFill>
              </a:defRPr>
            </a:pPr>
            <a:r>
              <a:t>Email test · 64,000 customers · results over two weeks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B0B0B"/>
                </a:solidFill>
              </a:defRPr>
            </a:pPr>
            <a:r>
              <a:t>Email the whole list with the men's email. If you can only reach half, the men's email still wins, and how you pick that half matters little.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B0B0B"/>
                </a:solidFill>
              </a:defRPr>
            </a:pPr>
            <a:r>
              <a:t>• Both emails worked. The men's email more than doubled the purchase rate (0.57% → 1.25%) and added $0.77 of spend per customer.</a:t>
            </a:r>
          </a:p>
          <a:p>
            <a:pPr>
              <a:spcAft>
                <a:spcPts val="1000"/>
              </a:spcAft>
              <a:defRPr sz="1800" b="0">
                <a:solidFill>
                  <a:srgbClr val="0B0B0B"/>
                </a:solidFill>
              </a:defRPr>
            </a:pPr>
            <a:r>
              <a:t>• The men's email beat the women's email on visits, purchases and spend.</a:t>
            </a:r>
          </a:p>
          <a:p>
            <a:pPr>
              <a:spcAft>
                <a:spcPts val="1000"/>
              </a:spcAft>
              <a:defRPr sz="1800" b="0">
                <a:solidFill>
                  <a:srgbClr val="0B0B0B"/>
                </a:solidFill>
              </a:defRPr>
            </a:pPr>
            <a:r>
              <a:t>• Emailing everyone with the men's email: about $49.3k more spend in two weeks than sending nothing. A random half gets about half of that ($24.6k).</a:t>
            </a:r>
          </a:p>
          <a:p>
            <a:pPr>
              <a:spcAft>
                <a:spcPts val="1000"/>
              </a:spcAft>
              <a:defRPr sz="1800" b="0">
                <a:solidFill>
                  <a:srgbClr val="0B0B0B"/>
                </a:solidFill>
              </a:defRPr>
            </a:pPr>
            <a:r>
              <a:t>• Its effect is broad. No customer group was left out, so a targeting model could not pick a half that clearly beats a random half.</a:t>
            </a:r>
          </a:p>
          <a:p>
            <a:pPr>
              <a:spcAft>
                <a:spcPts val="1000"/>
              </a:spcAft>
              <a:defRPr sz="1800" b="0">
                <a:solidFill>
                  <a:srgbClr val="0B0B0B"/>
                </a:solidFill>
              </a:defRPr>
            </a:pPr>
            <a:r>
              <a:t>• The women's email is different. Its effect is concentrated, so if it is sent, aim it: the top-ranked half delivers 85% of its extra purchases.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2A78D6"/>
                </a:solidFill>
              </a:defRPr>
            </a:pPr>
            <a:r>
              <a:t>1 · Did it work?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B0B0B"/>
                </a:solidFill>
              </a:defRPr>
            </a:pPr>
            <a:r>
              <a:t>Both emails caused more visits, purchases and spend; it is not chance</a:t>
            </a:r>
          </a:p>
        </p:txBody>
      </p:sp>
      <p:pic>
        <p:nvPicPr>
          <p:cNvPr id="4" name="Picture 3" descr="lif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64240" cy="36110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12064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14E"/>
                </a:solidFill>
              </a:defRPr>
            </a:pPr>
            <a:r>
              <a:t>Customers were assigned at random, and the three groups looked alike beforehand (largest difference 0.016 standard deviations), so the gaps are caused by the emails. Every lift holds at p ≤ 0.002 after correcting for running nine tests. Men's email: +0.68 pp purchase rate (+119%); women's: +0.31 pp (+54%).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2A78D6"/>
                </a:solidFill>
              </a:defRPr>
            </a:pPr>
            <a:r>
              <a:t>2 · Which email, and for whom?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B0B0B"/>
                </a:solidFill>
              </a:defRPr>
            </a:pPr>
            <a:r>
              <a:t>The men's email won. The women's email did nothing measurable for men's-only buyers or returning customers</a:t>
            </a:r>
          </a:p>
        </p:txBody>
      </p:sp>
      <p:pic>
        <p:nvPicPr>
          <p:cNvPr id="4" name="Picture 3" descr="segment_conversion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600200"/>
            <a:ext cx="5039153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• Head to head, the men's email had +0.37 pp higher purchase rate and +$0.35 more spend per customer than the women's email.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• Men's email: positive in every segment we cut, including women's-only buyers.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• Women's email: clear lift for women's buyers, new customers and $500+ spenders; no detectable lift for men's-only buyers, returning customers, or $200–500 spenders.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• Caution: most segment differences are within noise once you account for testing many segments. The one solid difference: the women's email barely moved site visits from men's-only buyers (+1.1 pp vs +7.4 pp for women's-only buyers), while the men's email drew both groups equally and buyers of both categories most.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2A78D6"/>
                </a:solidFill>
              </a:defRPr>
            </a:pPr>
            <a:r>
              <a:t>3 · Who should get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B0B0B"/>
                </a:solidFill>
              </a:defRPr>
            </a:pPr>
            <a:r>
              <a:t>An uplift model ranks who the email changes, not who buys anyway</a:t>
            </a:r>
          </a:p>
        </p:txBody>
      </p:sp>
      <p:pic>
        <p:nvPicPr>
          <p:cNvPr id="4" name="Picture 3" descr="uplif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08760"/>
            <a:ext cx="9323109" cy="3931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52514E"/>
                </a:solidFill>
              </a:defRPr>
            </a:pPr>
            <a:r>
              <a:t>Women's email: the model's top half delivers $20.3k of extra spend vs $13.6k for a random half, and 85% of the extra purchases. Men's email: the ranked half does no better than a random half, because the email lifts nearly everyone.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2A78D6"/>
                </a:solidFill>
              </a:defRPr>
            </a:pPr>
            <a:r>
              <a:t>4 · What to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0B0B0B"/>
                </a:solidFill>
              </a:defRPr>
            </a:pPr>
            <a:r>
              <a:t>Recommendation</a:t>
            </a:r>
          </a:p>
        </p:txBody>
      </p:sp>
      <p:pic>
        <p:nvPicPr>
          <p:cNvPr id="4" name="Picture 3" descr="half_budget_polic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554480"/>
            <a:ext cx="5852160" cy="31612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64592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1. Default: send the men's email to everyone. Sending costs little, and every segment responded.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2. Half-list budget: send the men's email. A random half earns $66.4k. Picking the top past spenders scored $8.0k more, but that could be chance (95% CI -$1.5k to $16.8k).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3. If the women's email must go out, send it only to the model's top half, mainly women's buyers and new customers.</a:t>
            </a:r>
          </a:p>
          <a:p>
            <a:pPr>
              <a:spcAft>
                <a:spcPts val="1000"/>
              </a:spcAft>
              <a:defRPr sz="1500" b="0">
                <a:solidFill>
                  <a:srgbClr val="0B0B0B"/>
                </a:solidFill>
              </a:defRPr>
            </a:pPr>
            <a:r>
              <a:t>4. Next test: next send, run past-spend targeting against random selection, and give both groups the men's email, to confirm the extra revenue before rolling it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